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explain the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Local Smoke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Research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local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